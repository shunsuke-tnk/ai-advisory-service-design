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B72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AI顧問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社外CAIOという新しい選択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御社のAI活用を、専門家が伴走支援します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経営者が抱えるAI導入の課題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情報過多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AI関連の情報が多すぎて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何から手をつければいいかわからない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651760" cy="7315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人材不足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AI人材の採用が難しく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社内にノウハウが蓄積されない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51760" cy="7315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37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投資判断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AIツールへの投資対効果が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見えにくく判断できない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これらの課題を解決するのが「AI顧問」です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AI顧問とは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社外のCAIO（Chief AI Officer）を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雇う感覚で、AI活用を推進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63040" y="3291840"/>
            <a:ext cx="731520" cy="73152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429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採用コストなしで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専門知識を獲得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06240" y="3291840"/>
            <a:ext cx="731520" cy="73152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429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必要な時に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必要なだけ活用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949440" y="3291840"/>
            <a:ext cx="731520" cy="73152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429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経営視点での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AI戦略立案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サービス内容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737360"/>
            <a:ext cx="914400" cy="91440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最新情報の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キャッチアップ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AI業界の動向、新ツール、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活用事例を定期的にお届け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0520" y="1737360"/>
            <a:ext cx="914400" cy="91440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202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7472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チャットによる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相談・アドバイス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AIに関する疑問や課題に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専門家がスピーディに回答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5160" y="1737360"/>
            <a:ext cx="914400" cy="914400"/>
          </a:xfrm>
          <a:prstGeom prst="ellipse">
            <a:avLst/>
          </a:prstGeom>
          <a:solidFill>
            <a:srgbClr val="E5E7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9202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30936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伴走型の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コンサルティング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0936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御社の事業に最適な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AI活用を一緒に考え実行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追加支援メニュー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社員研修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AI活用の基礎から応用まで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御社の課題に合わせた研修プログラム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内製化支援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937760" y="3017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社内にAI活用ノウハウを蓄積し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自走できる組織づくりをサポート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将来的な展開：研修および開発支援も視野に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伴走支援の流れ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371600"/>
            <a:ext cx="914400" cy="9144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現状把握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御社の課題と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目標をヒアリング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371600"/>
            <a:ext cx="914400" cy="9144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7"/>
          <p:cNvSpPr/>
          <p:nvPr/>
        </p:nvSpPr>
        <p:spPr>
          <a:xfrm>
            <a:off x="315468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戦略立案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65176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最適なAI活用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プランを策定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49240" y="1371600"/>
            <a:ext cx="914400" cy="9144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5" name="Text 11"/>
          <p:cNvSpPr/>
          <p:nvPr/>
        </p:nvSpPr>
        <p:spPr>
          <a:xfrm>
            <a:off x="534924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導入支援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4632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ツール選定から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運用まで伴走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43800" y="1371600"/>
            <a:ext cx="914400" cy="9144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0" name="Text 15"/>
          <p:cNvSpPr/>
          <p:nvPr/>
        </p:nvSpPr>
        <p:spPr>
          <a:xfrm>
            <a:off x="754380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704088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定着化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040880" y="2788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継続的な改善と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社内展開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単発のアドバイスではなく、継続的な伴走で成果にコミット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料金プラン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64592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463040"/>
            <a:ext cx="640080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737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1945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100,000円〜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554480" y="3108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（税別）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付帯サービス・回数により変動いたします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まずはお気軽にご相談ください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お問い合わせ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6459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AIの導入・活用に関するご相談は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お気軽にお問い合わせください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初回相談無料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御社の課題に合わせた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最適なAI活用をご提案いたします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AI顧問 サービス紹介</dc:title>
  <dc:subject>PptxGenJS Presentation</dc:subject>
  <dc:creator>AI Common</dc:creator>
  <cp:lastModifiedBy>AI Common</cp:lastModifiedBy>
  <cp:revision>1</cp:revision>
  <dcterms:created xsi:type="dcterms:W3CDTF">2026-01-26T16:09:23Z</dcterms:created>
  <dcterms:modified xsi:type="dcterms:W3CDTF">2026-01-26T16:09:23Z</dcterms:modified>
</cp:coreProperties>
</file>